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model, not the tooling.
This is not "AI coding faster"; it is how delivery gets organized when AI workers become part of the engineering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presenters before moving into the AI practice evolution.
Keep the slide simple: names, photos, and the angle each speaker brings to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Inspired by Steve Yegge's "The 8 Stages of Dev Evolution To AI" framing.
Use this as the bridge from personal AI practice to organizational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ground the story in Steve Yegge's work before introducing the delivery problem.
Keep it short: creator, book, why it matters for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atmosphere and vocabulary bridge before the problem slide.
The story: Gas Town starts from vibe-coding chaos, then adds city-like operating roles so delivery can be 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START:
- Launch Gas Town.
- Present Agreement Hub in the browser.
- Ask the Mayor for the first implementation step.
Contract: the deck explains, the terminal works, the app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should understand why Gas Town exists before we introduce roles.
The bottleneck is not just model intelligence; it is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position Gas Town as an AI-native delivery organization.
Avoid tool tour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central slide. The key line is:
The Mayor coordinates work. Polecats execute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why dependency management matters.
The important point: work becomes executable and inspectable.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Convoys should feel operational, not decorative.
They are the shared handle for distributed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"wow" moment, but keep it engineering-oriented.
The claim is throughput through isolated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for DiliTrust: supervision and control are not optional.
This slide turns distributed execution into an operational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and slow down.
The audience must see that Agreement Hub changed because Gas Town delivered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after the live proof to show how the model can become reusable.
The mol-idea-to-plan formula is the concrete example: vague idea to reviewed plan to beads.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conceptual loop with the exact five problems introduced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 for Q&amp;A.
Keep it quiet. Do not add new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DiliTrust TechDay - Organizing AI-native software delivery with Gas Town (en)</dc:title>
  <dc:subject>Gas Town organizes AI-native software delivery. Live implementation on Agreement Hub.
</dc:subject>
  <dc:creator/>
  <cp:lastModifiedBy/>
  <cp:revision>1</cp:revision>
  <dcterms:created xsi:type="dcterms:W3CDTF">2026-10-15T07:43:22Z</dcterms:created>
  <dcterms:modified xsi:type="dcterms:W3CDTF">2026-10-15T07:43:22Z</dcterms:modified>
</cp:coreProperties>
</file>