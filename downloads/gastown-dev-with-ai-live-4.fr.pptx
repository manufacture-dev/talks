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 With AI Live #4 - Organiser le delivery logiciel AI-native avec Gas Town (fr)</dc:title>
  <dc:subject>Gas Town organizes AI-native software delivery. Live implementation on Agreement Hub.
</dc:subject>
  <dc:creator/>
  <cp:lastModifiedBy/>
  <cp:revision>1</cp:revision>
  <dcterms:created xsi:type="dcterms:W3CDTF">2026-10-15T14:22:42Z</dcterms:created>
  <dcterms:modified xsi:type="dcterms:W3CDTF">2026-10-15T14:22:42Z</dcterms:modified>
</cp:coreProperties>
</file>